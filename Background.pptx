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4972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849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446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725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4641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106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99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60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5510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815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3577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8853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9248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1869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7372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3489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4232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0442123-9D9E-4DA4-A1FB-89647EB17D7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0A4ED93-8E12-4085-8E8C-88BA96E3D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32660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579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Calisto MT</vt:lpstr>
      <vt:lpstr>Wingdings 2</vt:lpstr>
      <vt:lpstr>Slate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Ortiz</dc:creator>
  <cp:lastModifiedBy>Santiago Ortiz</cp:lastModifiedBy>
  <cp:revision>1</cp:revision>
  <dcterms:created xsi:type="dcterms:W3CDTF">2026-02-17T19:17:32Z</dcterms:created>
  <dcterms:modified xsi:type="dcterms:W3CDTF">2026-02-17T19:18:22Z</dcterms:modified>
</cp:coreProperties>
</file>